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utiful Presentations">
  <a:themeElements>
    <a:clrScheme name="Default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0000"/>
      </a:accent1>
      <a:accent2>
        <a:srgbClr val="FFFFFF"/>
      </a:accent2>
      <a:accent3>
        <a:srgbClr val="808080"/>
      </a:accent3>
      <a:accent4>
        <a:srgbClr val="C0C0C0"/>
      </a:accent4>
      <a:accent5>
        <a:srgbClr val="404040"/>
      </a:accent5>
      <a:accent6>
        <a:srgbClr val="E0E0E0"/>
      </a:accent6>
      <a:hlink>
        <a:srgbClr val="0000FF"/>
      </a:hlink>
      <a:folHlink>
        <a:srgbClr val="800080"/>
      </a:folHlink>
    </a:clrScheme>
    <a:fontScheme name="Default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Hermes Beautiful Presentations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Hermes Beautiful Presentations</dc:creator>
  <dc:title>Exported HTML deck</dc:title>
</cp:coreProperties>
</file>